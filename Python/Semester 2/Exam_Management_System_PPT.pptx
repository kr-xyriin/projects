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EXAMINATION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Singh Chauhan</a:t>
            </a:r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Roll No: 590024116</a:t>
            </a:r>
            <a:pPr indent="0" marL="0">
              <a:buNone/>
            </a:pPr>
            <a:r>
              <a:rPr lang="en-US" sz="1300" b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Aryan Mishra</a:t>
            </a:r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Roll No: 590027407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44   |   Submitted to: Prof. Kshitij Kumre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rely on manual systems for exams — error-prone, time-consuming, and hard to analyse.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automates: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entry &amp; storage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computation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visualization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registers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 in calculations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record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retrieval and reporting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performance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56032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single platform for student records and examination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755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MongoDB for reliable, persistent storage of all records.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755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computation of averages and statistical summaries.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83080" y="2926080"/>
            <a:ext cx="256032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7452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6758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bar charts for instant performance comparison.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926080"/>
            <a:ext cx="256032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6758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minimal Tkinter GUI usable without technical training.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Prototype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05840"/>
            <a:ext cx="6400800" cy="914400"/>
          </a:xfrm>
          <a:prstGeom prst="rect">
            <a:avLst/>
          </a:prstGeom>
          <a:solidFill>
            <a:srgbClr val="1E1E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097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— Login, Dashboard, Forms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6400800" cy="914400"/>
          </a:xfrm>
          <a:prstGeom prst="rect">
            <a:avLst/>
          </a:prstGeom>
          <a:solidFill>
            <a:srgbClr val="1A1A30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286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6700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 — Login, CRUD, Stats, Charts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6400800" cy="914400"/>
          </a:xfrm>
          <a:prstGeom prst="rect">
            <a:avLst/>
          </a:prstGeom>
          <a:solidFill>
            <a:srgbClr val="161626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474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8587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students_col, marks_col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920240"/>
            <a:ext cx="182880" cy="274320"/>
          </a:xfrm>
          <a:prstGeom prst="rect">
            <a:avLst/>
          </a:prstGeom>
          <a:solidFill>
            <a:srgbClr val="4A4A7A"/>
          </a:solidFill>
          <a:ln w="12700">
            <a:solidFill>
              <a:srgbClr val="4A4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108960"/>
            <a:ext cx="182880" cy="274320"/>
          </a:xfrm>
          <a:prstGeom prst="rect">
            <a:avLst/>
          </a:prstGeom>
          <a:solidFill>
            <a:srgbClr val="4A4A7A"/>
          </a:solidFill>
          <a:ln w="12700">
            <a:solidFill>
              <a:srgbClr val="4A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flows: User Input → Python Logic → MongoDB → Results → Chart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ACHIEVED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login authentication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saved to MongoDB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linked to student IDs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computed using NumPy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rendered with Matplotlib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Tkinter GUI with pop-up dialogs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Synchronizing Tkinter windows with database operations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empty database gracefully in result 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correct data type for marks (str to int)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student ID validation not yet enforced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MongoDB connection error handling present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5720" cy="109728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Multi-Subject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marks entry for each subject individually.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05840"/>
            <a:ext cx="45720" cy="109728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portals for teachers, students, and admin.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86000"/>
            <a:ext cx="45720" cy="109728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grades and pass/fail status.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286000"/>
            <a:ext cx="45720" cy="109728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Excel Export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result reports for distribution.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66160"/>
            <a:ext cx="45720" cy="109728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MongoDB Atlas for remote access.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566160"/>
            <a:ext cx="45720" cy="109728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as a Flask/Django web application.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54864" cy="2743200"/>
          </a:xfrm>
          <a:prstGeom prst="rect">
            <a:avLst/>
          </a:prstGeom>
          <a:solidFill>
            <a:srgbClr val="5555AA"/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Examination Management System demonstrates a practical application of Python programming across multiple domains — GUI development, database management, data analysis, and visualization.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meets its core objectives: a functional, database-driven desktop tool that simplifies examination record management for school administrators.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serves as a strong foundation for a more complete, production-ready examination management system in future iterations.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914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Singh Chauhan (590024116)   |   Aryan Mishra (590027407)   |   Batch 44   |   Prof. Kshitij Kumre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3A3A6A"/>
          </a:solidFill>
          <a:ln w="12700">
            <a:solidFill>
              <a:srgbClr val="3A3A6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Examination Management System</dc:title>
  <dc:subject>PptxGenJS Presentation</dc:subject>
  <dc:creator>PptxGenJS</dc:creator>
  <cp:lastModifiedBy>PptxGenJS</cp:lastModifiedBy>
  <cp:revision>1</cp:revision>
  <dcterms:created xsi:type="dcterms:W3CDTF">2026-04-25T16:42:08Z</dcterms:created>
  <dcterms:modified xsi:type="dcterms:W3CDTF">2026-04-25T16:42:08Z</dcterms:modified>
</cp:coreProperties>
</file>